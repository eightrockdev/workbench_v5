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512064" cy="512064"/>
          </a:xfrm>
          <a:prstGeom prst="octagon">
            <a:avLst/>
          </a:prstGeom>
          <a:solidFill>
            <a:srgbClr val="0F1117"/>
          </a:solidFill>
          <a:ln w="28575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42416" y="27432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ROCK</a:t>
            </a:r>
            <a:pPr algn="l" indent="0" marL="0">
              <a:buNone/>
            </a:pPr>
            <a:r>
              <a:rPr lang="en-US" sz="1100" b="1" spc="300" kern="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WORKBENCH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329184"/>
            <a:ext cx="2130552" cy="402336"/>
          </a:xfrm>
          <a:prstGeom prst="roundRect">
            <a:avLst>
              <a:gd name="adj" fmla="val 50000"/>
            </a:avLst>
          </a:prstGeom>
          <a:solidFill>
            <a:srgbClr val="161B27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329184"/>
            <a:ext cx="2130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PRODUCTION · JUL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896112"/>
            <a:ext cx="11365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spc="50" kern="0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DOOR THE INCUMBENTS CAN’T SEE.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11365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stops at 50 units. CoStar starts at $40K a year. We built an ownable property backbone straight from the public record — </a:t>
            </a:r>
            <a:pPr algn="l" indent="0" marL="0">
              <a:buNone/>
            </a:pPr>
            <a:r>
              <a:rPr lang="en-US" sz="13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parcel, every unit count, zero data licenses</a:t>
            </a:r>
            <a:pPr algn="l" indent="0" marL="0">
              <a:buNone/>
            </a:pPr>
            <a:r>
              <a:rPr lang="en-US" sz="130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wired it into the only platform that runs the entire acquisition loop.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DESERT IS OURS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12648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has a hard floor at 50 units — our own 26-unit deal was invisible to it, confirmed by Yardi’s own account executive. The 10–49 unit market is a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structurally unserved data desert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Our backbone has no floor: 19,572 multifamily assets on watch today, at every unit 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5676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8556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4316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MOAT NOBODY CAN REPOSSESS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66844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rent their moat from data vendors. Ours is built from municipal public records at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marginal data cost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license to renegotiate, no contract to lose, no floor set by someone else’s survey. The pipeline discovers, geo-verifies, and heals its own feeds on every pull.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19872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2752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8512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LOOP, ONE LOGIN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0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else takes a deal from found, to the real owner behind the LLC, to a call that connects, to an underwritten verdict. Buyers stitch together four subscriptions at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$20–40K+ a year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approximate it. We do it in one login — and every phone number is legally screened against do-not-call rules before anyone dials.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RECORD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9496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live feeds · 3.67M records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99816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05556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3572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SELF-TUNING ETL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433572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· verifies · heals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93892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8R BACKBONE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327648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939,937 parcels · owned outright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887968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93708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21724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FULL-LOOP PLATFORM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21724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→ pierce → underwrite → close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" y="5541264"/>
            <a:ext cx="11365992" cy="932688"/>
          </a:xfrm>
          <a:prstGeom prst="roundRect">
            <a:avLst>
              <a:gd name="adj" fmla="val 8824"/>
            </a:avLst>
          </a:prstGeom>
          <a:solidFill>
            <a:srgbClr val="1E2536"/>
          </a:solidFill>
          <a:ln w="19050">
            <a:solidFill>
              <a:srgbClr val="D4A01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56692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 </a:t>
            </a:r>
            <a:pPr algn="l" indent="0" marL="0">
              <a:buNone/>
            </a:pPr>
            <a:r>
              <a:rPr lang="en-US" sz="100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· COSTAR · REONOMY · TERRAKOTTA · REDIQ · DEALPATH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" y="599846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Transparent pricing. Built for the segment the giants price out.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09360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309360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metros next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53528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30–60M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7653528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97696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 hrs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8997696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refresh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341864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341864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licenses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Rock Capital Partners  ·  competitive analysis July 2026, 17 platforms  ·  Hampton Roads live today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2026-07-29T18:15:53Z</dcterms:created>
  <dcterms:modified xsi:type="dcterms:W3CDTF">2026-07-29T18:15:53Z</dcterms:modified>
</cp:coreProperties>
</file>